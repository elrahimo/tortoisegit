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24" autoAdjust="0"/>
  </p:normalViewPr>
  <p:slideViewPr>
    <p:cSldViewPr snapToGrid="0">
      <p:cViewPr varScale="1">
        <p:scale>
          <a:sx n="64" d="100"/>
          <a:sy n="64" d="100"/>
        </p:scale>
        <p:origin x="90" y="20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1789CE-36BB-4DDA-8D29-5635CC225E03}" type="datetimeFigureOut">
              <a:rPr lang="de-DE" smtClean="0"/>
              <a:t>21.11.2021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1893C-7BCD-4C59-BF84-C8CCD755793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60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444D-F317-40B4-831D-98D17232B62D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211F-547D-49D8-8704-845FF4D7190D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EFCCC-18A4-4FC3-B12C-8CF6A1D6AC99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FBA90-9F76-4714-89DB-D6C0CF250877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5D89A-814E-45A8-9F60-8D2940DAF762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859E-11DC-496A-BA7B-47E8EA27C317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E0FDD-BC3B-48DF-8D7E-C8D96674C1EA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B645-4CE5-4900-B63A-EE0273EE2F31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3EE6-CDA6-48E2-B789-9DBDF5615BF3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A3C60-9AAC-4B82-AEF4-9861F31F357D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ED5CD-C969-4BB9-BBFB-764FEE8939BB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F5D7B-C0D2-4CEB-92D4-6687507529D2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56DCF-1DE5-4333-86BA-24DE436A2022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84DD7-7CD5-484E-A9D8-16F3641768DD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EA8C8-195E-442C-9CA3-0DA82505D931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1724-4627-4299-A725-8AB485950129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5F09-A400-4F90-BEA7-7F18CE1EB58B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40D58F0-46CF-43FA-A02F-1359EBB8735B}" type="datetime1">
              <a:rPr lang="en-US" smtClean="0"/>
              <a:t>11/21/2021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D7C32B-6DF7-4FF6-B044-74B486176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Fahrzeugsimulator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C603280-7B98-4585-B2CF-1C57A7EAAF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A831FC-8DD0-46DD-ABBD-25A83C58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866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33262-42F5-45C0-B139-F3926616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5DD7E2-7FCE-4B33-8039-16958FB4D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Was genau mach ich bei </a:t>
            </a:r>
            <a:r>
              <a:rPr lang="de-DE" dirty="0" err="1"/>
              <a:t>esystems</a:t>
            </a:r>
            <a:r>
              <a:rPr lang="de-DE" dirty="0"/>
              <a:t> MTG GmbH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1ABE29-A64A-4872-8880-E5597B26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4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C3167B0-EA2A-4A5C-99ED-3BD10DC36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7"/>
          <a:srcRect t="13812" b="668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5F6D67-5E7D-452B-9F24-B58F2A1C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6FDE177-4989-4CD3-A608-4BEF2FCD87C5}"/>
              </a:ext>
            </a:extLst>
          </p:cNvPr>
          <p:cNvSpPr txBox="1"/>
          <p:nvPr/>
        </p:nvSpPr>
        <p:spPr>
          <a:xfrm>
            <a:off x="3008523" y="6050206"/>
            <a:ext cx="6174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Quelle:https</a:t>
            </a:r>
            <a:r>
              <a:rPr lang="de-DE" dirty="0">
                <a:solidFill>
                  <a:schemeClr val="bg1"/>
                </a:solidFill>
              </a:rPr>
              <a:t>://pixabay.com/de/vectors/elektroauto-ladestation-e-auto-2545290/</a:t>
            </a:r>
          </a:p>
        </p:txBody>
      </p:sp>
    </p:spTree>
    <p:extLst>
      <p:ext uri="{BB962C8B-B14F-4D97-AF65-F5344CB8AC3E}">
        <p14:creationId xmlns:p14="http://schemas.microsoft.com/office/powerpoint/2010/main" val="183431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F2FBC-18C1-4700-A53F-B904FFF8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ISO 15118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AEF257-B4B3-48CE-A326-583D09900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Ist ein internationaler Standard für die bidirektionale Kommunikation zwischen Elektroauto und Ladestation.</a:t>
            </a:r>
          </a:p>
          <a:p>
            <a:r>
              <a:rPr lang="de-DE" dirty="0"/>
              <a:t>Wird sowohl in kabelgebundenen Wechselstrom- als auch Gleichstrom-Ladestationen eingesetzt.</a:t>
            </a:r>
          </a:p>
          <a:p>
            <a:r>
              <a:rPr lang="de-DE" dirty="0"/>
              <a:t>Während des Ladens tauschen Elektroauto und Ladestation </a:t>
            </a:r>
          </a:p>
          <a:p>
            <a:pPr lvl="1"/>
            <a:r>
              <a:rPr lang="de-DE" dirty="0"/>
              <a:t>Ladestand der Batterie </a:t>
            </a:r>
          </a:p>
          <a:p>
            <a:pPr lvl="1"/>
            <a:r>
              <a:rPr lang="de-DE" dirty="0"/>
              <a:t>Wann die Batterie geladen sein muss</a:t>
            </a:r>
          </a:p>
          <a:p>
            <a:pPr lvl="1"/>
            <a:r>
              <a:rPr lang="de-DE" dirty="0"/>
              <a:t>Daten des Stromliefervertrages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2CD76B-35CB-44F1-A111-DB2DCA7B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96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99B4C-F761-415A-8692-5E24E6CA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Grundgedanke von ISO 15118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F38ED0-F177-4B27-BDC8-B8C7B7154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Plug&amp;Charge</a:t>
            </a:r>
            <a:endParaRPr lang="de-DE" dirty="0"/>
          </a:p>
          <a:p>
            <a:pPr lvl="1"/>
            <a:r>
              <a:rPr lang="de-DE" dirty="0"/>
              <a:t>Ladevorgang wird durch Anschließen beziehungsweise Trennen des Ladekabels automatisch gestartet oder beendet.</a:t>
            </a:r>
          </a:p>
          <a:p>
            <a:pPr lvl="1"/>
            <a:r>
              <a:rPr lang="de-DE" dirty="0"/>
              <a:t>Notwendige Vertragsinformationen zur Authentifizierung und Abrechnung ausgetauscht.</a:t>
            </a:r>
          </a:p>
          <a:p>
            <a:pPr lvl="1"/>
            <a:r>
              <a:rPr lang="de-DE" dirty="0"/>
              <a:t>Dafür muss ein entsprechendes Ladezertifikat eines E-Mobility-Providers im Fahrzeug hinterlegt sein.</a:t>
            </a:r>
          </a:p>
          <a:p>
            <a:pPr lvl="1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4B58F9-4E5F-4139-B343-A5C43D07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914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F00378-299C-4FCE-A8BD-F290FF3A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ISO 15118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2A3184-FB96-4599-A25A-D1C061D4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4BBA882-3EEF-43D1-908E-91AC6F515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6752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362849A-570D-49DB-954C-63F144E8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A42011-E478-428B-9D15-A98E338B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9ED2773C-FE51-4632-BA46-036BDCDA6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E933C3-B6F1-48B0-8C2B-904D76F6B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endParaRPr lang="de-DE">
              <a:solidFill>
                <a:srgbClr val="EBEBEB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3927166-A2C2-40CB-95CB-AE3BF9F0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E02F9158-C4C2-46A8-BE73-A4F77E139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6D3B60-9F94-4233-A671-C1AC54FEB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089" y="2548281"/>
            <a:ext cx="5122606" cy="3658689"/>
          </a:xfrm>
        </p:spPr>
        <p:txBody>
          <a:bodyPr>
            <a:normAutofit/>
          </a:bodyPr>
          <a:lstStyle/>
          <a:p>
            <a:r>
              <a:rPr lang="en-US" sz="1600" dirty="0"/>
              <a:t>State A(+12V): </a:t>
            </a:r>
            <a:r>
              <a:rPr lang="en-US" sz="1600" dirty="0" err="1"/>
              <a:t>ist</a:t>
            </a:r>
            <a:r>
              <a:rPr lang="en-US" sz="1600" dirty="0"/>
              <a:t> </a:t>
            </a:r>
            <a:r>
              <a:rPr lang="en-US" sz="1600" dirty="0" err="1"/>
              <a:t>kein</a:t>
            </a:r>
            <a:r>
              <a:rPr lang="en-US" sz="1600" dirty="0"/>
              <a:t> </a:t>
            </a:r>
            <a:r>
              <a:rPr lang="en-US" sz="1600" dirty="0" err="1"/>
              <a:t>Fahrzeug</a:t>
            </a:r>
            <a:r>
              <a:rPr lang="en-US" sz="1600" dirty="0"/>
              <a:t> </a:t>
            </a:r>
            <a:r>
              <a:rPr lang="en-US" sz="1600" dirty="0" err="1"/>
              <a:t>angeschlossen</a:t>
            </a:r>
            <a:r>
              <a:rPr lang="en-US" sz="1600" dirty="0"/>
              <a:t>.</a:t>
            </a:r>
          </a:p>
          <a:p>
            <a:r>
              <a:rPr lang="en-US" sz="1600" dirty="0"/>
              <a:t>State B(+9V): </a:t>
            </a:r>
            <a:r>
              <a:rPr lang="en-US" sz="1600" dirty="0" err="1"/>
              <a:t>Fahrzeug</a:t>
            </a:r>
            <a:r>
              <a:rPr lang="en-US" sz="1600" dirty="0"/>
              <a:t> </a:t>
            </a:r>
            <a:r>
              <a:rPr lang="en-US" sz="1600" dirty="0" err="1"/>
              <a:t>ist</a:t>
            </a:r>
            <a:r>
              <a:rPr lang="en-US" sz="1600" dirty="0"/>
              <a:t> </a:t>
            </a:r>
            <a:r>
              <a:rPr lang="en-US" sz="1600" dirty="0" err="1"/>
              <a:t>angeschlossen</a:t>
            </a:r>
            <a:r>
              <a:rPr lang="en-US" sz="1600" dirty="0"/>
              <a:t>, </a:t>
            </a:r>
            <a:r>
              <a:rPr lang="en-US" sz="1600" dirty="0" err="1"/>
              <a:t>aber</a:t>
            </a:r>
            <a:r>
              <a:rPr lang="en-US" sz="1600" dirty="0"/>
              <a:t> </a:t>
            </a:r>
            <a:r>
              <a:rPr lang="en-US" sz="1600" dirty="0" err="1"/>
              <a:t>nicht</a:t>
            </a:r>
            <a:r>
              <a:rPr lang="en-US" sz="1600" dirty="0"/>
              <a:t> </a:t>
            </a:r>
            <a:r>
              <a:rPr lang="en-US" sz="1600" dirty="0" err="1"/>
              <a:t>bereit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Laden</a:t>
            </a:r>
          </a:p>
          <a:p>
            <a:r>
              <a:rPr lang="en-US" sz="1600" dirty="0"/>
              <a:t>State C(+6V): </a:t>
            </a:r>
            <a:r>
              <a:rPr lang="en-US" sz="1600" dirty="0" err="1"/>
              <a:t>Fahrzeug</a:t>
            </a:r>
            <a:r>
              <a:rPr lang="en-US" sz="1600" dirty="0"/>
              <a:t> </a:t>
            </a:r>
            <a:r>
              <a:rPr lang="en-US" sz="1600" dirty="0" err="1"/>
              <a:t>ist</a:t>
            </a:r>
            <a:r>
              <a:rPr lang="en-US" sz="1600" dirty="0"/>
              <a:t> </a:t>
            </a:r>
            <a:r>
              <a:rPr lang="en-US" sz="1600" dirty="0" err="1"/>
              <a:t>angeschlossen</a:t>
            </a:r>
            <a:r>
              <a:rPr lang="en-US" sz="1600" dirty="0"/>
              <a:t> und </a:t>
            </a:r>
            <a:r>
              <a:rPr lang="en-US" sz="1600" dirty="0" err="1"/>
              <a:t>bereit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Laden </a:t>
            </a:r>
          </a:p>
          <a:p>
            <a:r>
              <a:rPr lang="en-US" sz="1600" dirty="0"/>
              <a:t>State D(+3V): </a:t>
            </a:r>
            <a:r>
              <a:rPr lang="en-US" sz="1600" dirty="0" err="1"/>
              <a:t>Fahrzeug</a:t>
            </a:r>
            <a:r>
              <a:rPr lang="en-US" sz="1600" dirty="0"/>
              <a:t> </a:t>
            </a:r>
            <a:r>
              <a:rPr lang="en-US" sz="1600" dirty="0" err="1"/>
              <a:t>ist</a:t>
            </a:r>
            <a:r>
              <a:rPr lang="en-US" sz="1600" dirty="0"/>
              <a:t> </a:t>
            </a:r>
            <a:r>
              <a:rPr lang="en-US" sz="1600" dirty="0" err="1"/>
              <a:t>angeschlossen</a:t>
            </a:r>
            <a:r>
              <a:rPr lang="en-US" sz="1600" dirty="0"/>
              <a:t> und </a:t>
            </a:r>
            <a:r>
              <a:rPr lang="en-US" sz="1600" dirty="0" err="1"/>
              <a:t>bereit</a:t>
            </a:r>
            <a:r>
              <a:rPr lang="en-US" sz="1600" dirty="0"/>
              <a:t> </a:t>
            </a:r>
            <a:r>
              <a:rPr lang="en-US" sz="1600" dirty="0" err="1"/>
              <a:t>zu</a:t>
            </a:r>
            <a:r>
              <a:rPr lang="en-US" sz="1600" dirty="0"/>
              <a:t> Laden (Ventilator muss </a:t>
            </a:r>
            <a:r>
              <a:rPr lang="en-US" sz="1600" dirty="0" err="1"/>
              <a:t>eingeschaltet</a:t>
            </a:r>
            <a:r>
              <a:rPr lang="en-US" sz="1600" dirty="0"/>
              <a:t> sein)</a:t>
            </a:r>
          </a:p>
          <a:p>
            <a:r>
              <a:rPr lang="en-US" sz="1600" dirty="0"/>
              <a:t>State E(+0V): Problem </a:t>
            </a: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Netz</a:t>
            </a:r>
            <a:endParaRPr lang="en-US" sz="1600" dirty="0"/>
          </a:p>
          <a:p>
            <a:r>
              <a:rPr lang="en-US" sz="1600" dirty="0"/>
              <a:t>State F(-12V): </a:t>
            </a:r>
            <a:r>
              <a:rPr lang="en-US" sz="1600" dirty="0" err="1"/>
              <a:t>Ladestation</a:t>
            </a:r>
            <a:r>
              <a:rPr lang="en-US" sz="1600" dirty="0"/>
              <a:t> </a:t>
            </a:r>
            <a:r>
              <a:rPr lang="en-US" sz="1600" dirty="0" err="1"/>
              <a:t>ist</a:t>
            </a:r>
            <a:r>
              <a:rPr lang="en-US" sz="1600" dirty="0"/>
              <a:t> </a:t>
            </a:r>
            <a:r>
              <a:rPr lang="en-US" sz="1600" dirty="0" err="1"/>
              <a:t>nicht</a:t>
            </a:r>
            <a:r>
              <a:rPr lang="en-US" sz="1600" dirty="0"/>
              <a:t> </a:t>
            </a:r>
            <a:r>
              <a:rPr lang="en-US" sz="1600" dirty="0" err="1"/>
              <a:t>Verfügbar</a:t>
            </a:r>
            <a:r>
              <a:rPr lang="en-US" sz="1600" dirty="0"/>
              <a:t>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6F7403E-6DE6-450D-801B-A96057ECA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2548281"/>
            <a:ext cx="5944430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78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CEE6D1D3-858B-4ED2-9764-F70327F85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7850" y="627743"/>
            <a:ext cx="4326468" cy="5590349"/>
          </a:xfrm>
        </p:spPr>
        <p:txBody>
          <a:bodyPr>
            <a:normAutofit/>
          </a:bodyPr>
          <a:lstStyle/>
          <a:p>
            <a:endParaRPr lang="de-DE" sz="1800" dirty="0"/>
          </a:p>
          <a:p>
            <a:endParaRPr lang="de-DE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 err="1"/>
              <a:t>dfff</a:t>
            </a:r>
            <a:br>
              <a:rPr lang="de-DE" sz="1800" dirty="0"/>
            </a:br>
            <a:endParaRPr lang="de-DE" sz="1800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2E19CF-8BE3-4D6C-9D4F-76378294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57F1E4F-1CFF-5643-939E-02111984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615FEB46-1A88-4C81-992A-FC554D50BD3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955392" y="2364747"/>
            <a:ext cx="6275584" cy="213369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6207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6C7C43-978B-455C-9467-FE69631B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Nachteil von nicht Intelligenten Laden 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3A628A-59CA-46AF-BA1B-C1F70EFEA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Ladenstation bekommt keine Info vom Auto wieviel Strom er tatsächlich haben will.</a:t>
            </a:r>
          </a:p>
          <a:p>
            <a:r>
              <a:rPr lang="de-DE" dirty="0"/>
              <a:t>Ladefüllstand des Akkus wird nicht mitgeteilt</a:t>
            </a:r>
          </a:p>
          <a:p>
            <a:r>
              <a:rPr lang="de-DE" dirty="0"/>
              <a:t>Ladestation weiß nicht, wann das Auto voll ist.</a:t>
            </a:r>
          </a:p>
          <a:p>
            <a:r>
              <a:rPr lang="de-DE" dirty="0"/>
              <a:t>Kommunikation zwischen Ladestation und Auto ist unsicher/leicht manipulierbar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6C02D6-3B78-4CA3-BC0C-54EDA95E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82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236</Words>
  <Application>Microsoft Office PowerPoint</Application>
  <PresentationFormat>Breitbild</PresentationFormat>
  <Paragraphs>39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Ion</vt:lpstr>
      <vt:lpstr>Fahrzeugsimulator</vt:lpstr>
      <vt:lpstr>PowerPoint-Präsentation</vt:lpstr>
      <vt:lpstr>PowerPoint-Präsentation</vt:lpstr>
      <vt:lpstr>ISO 15118</vt:lpstr>
      <vt:lpstr>Grundgedanke von ISO 15118</vt:lpstr>
      <vt:lpstr>ISO 15118</vt:lpstr>
      <vt:lpstr>PowerPoint-Präsentation</vt:lpstr>
      <vt:lpstr>PowerPoint-Präsentation</vt:lpstr>
      <vt:lpstr>Nachteil von nicht Intelligenten Laden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Fahrzeugsimulator</dc:title>
  <dc:creator>office365</dc:creator>
  <cp:lastModifiedBy>office365</cp:lastModifiedBy>
  <cp:revision>1</cp:revision>
  <dcterms:created xsi:type="dcterms:W3CDTF">2021-11-20T11:10:02Z</dcterms:created>
  <dcterms:modified xsi:type="dcterms:W3CDTF">2021-11-22T00:21:39Z</dcterms:modified>
</cp:coreProperties>
</file>